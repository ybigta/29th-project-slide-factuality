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복용 전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200 mg</c:v>
                  </c:pt>
                  <c:pt idx="2">
                    <c:v>400 mg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37.5</c:v>
                </c:pt>
                <c:pt idx="1">
                  <c:v>36.8</c:v>
                </c:pt>
                <c:pt idx="2">
                  <c:v>24.7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복용 후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위약군</c:v>
                  </c:pt>
                  <c:pt idx="1">
                    <c:v>200 mg</c:v>
                  </c:pt>
                  <c:pt idx="2">
                    <c:v>400 mg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39.8</c:v>
                </c:pt>
                <c:pt idx="1">
                  <c:v>56.5</c:v>
                </c:pt>
                <c:pt idx="2">
                  <c:v>65.2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8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331720"/>
            <a:ext cx="2103120" cy="2103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_brain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9371" y="2878531"/>
            <a:ext cx="1009498" cy="1009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BF-7의 뇌 보호작용과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학습·기억력 개선 효과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누에(Bombyx mori)에서 찾은 천연 두뇌 건강 소재, BF-7 연구 소개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9808" y="4892040"/>
            <a:ext cx="1280160" cy="0"/>
          </a:xfrm>
          <a:prstGeom prst="line">
            <a:avLst/>
          </a:prstGeom>
          <a:noFill/>
          <a:ln w="25400">
            <a:solidFill>
              <a:srgbClr val="5B8A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이준영 외 · 대한해부학회지 제38권 2호 (2005) 연구 자료 기반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연구가 필요한가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뇌로 가는 혈액이 부족해지면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기억력이 흔들립니다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522579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3154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3368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16052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허혈, 뇌세포를 위협하다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4636008"/>
            <a:ext cx="44028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뇌졸중처럼 뇌 혈류가 일시적으로 줄어드는 상태(허혈)가 오면 신경세포가 손상됩니다. 이 손상은 학습·기억을 담당하는 해마 부위에서 특히 두드러집니다.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3076" y="2788920"/>
            <a:ext cx="522579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88836" y="3154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psycholog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06" y="33686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34556" y="416052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고령화 사회의 공통 과제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34556" y="4636008"/>
            <a:ext cx="44028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혈관성 질환은 뇌기능 저하 후에도 회복이 더디고 후유증이 남는 경우가 많아, 인지기능 손상을 예방·개선할 방법이 꾸준히 요구되어 왔습니다.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소재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BF-7이란 무엇인가?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4465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5146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누에(Bombyx mori) 고치에서 추출·정제한 천연 성분입니다.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연구에서 신경세포 보호와 인지기능 향상 가능성이 보고된 바 있습니다.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5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연구는 이 효과가 실제로 재현되는지 동물실험과 사람 대상 임상시험, 두 단계로 검증했습니다.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2148840"/>
            <a:ext cx="4187952" cy="3886200"/>
          </a:xfrm>
          <a:prstGeom prst="roundRect">
            <a:avLst>
              <a:gd name="adj" fmla="val 2824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8906256" y="25146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_flas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1549" y="2799893"/>
            <a:ext cx="526694" cy="526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43800" y="379476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천연 유래 소재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420624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누에 → 고치 단백질 분해 →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크로마토그래피 정제 → BF-7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5166360"/>
            <a:ext cx="3273552" cy="0"/>
          </a:xfrm>
          <a:prstGeom prst="line">
            <a:avLst/>
          </a:prstGeom>
          <a:noFill/>
          <a:ln w="12700">
            <a:solidFill>
              <a:srgbClr val="3E4E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530352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43800" y="559612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보호 효과 + 학습·기억력 개선 효과 확인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단계 연구로 효과를 검증했습니다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25796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146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mou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27166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551176"/>
            <a:ext cx="3579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동물실험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83464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쥐 뇌허혈 모델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449427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쥐의 중대뇌동맥을 일시적으로 막아 허혈 손상 유발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10 mg/kg을 하루 1회, 7일간 경구 투여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손상 정도(조직검사)와 8방 미로 학습·기억력 측정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3076" y="2148840"/>
            <a:ext cx="5225796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88836" y="25146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18" y="271668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8956" y="2551176"/>
            <a:ext cx="3579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임상시험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48956" y="283464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성인 대상 시험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88836" y="3566160"/>
            <a:ext cx="449427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19~65세 건강한 한국 성인 119명을 무작위 배정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위약군 · BF-7 200 mg군 · BF-7 400 mg군으로 구분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Rey 복합도형검사(RCFT)로 기억력·구성능력 평가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동물실험 결과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투여군, 뇌 손상 부위가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뚜렷하게 줄었습니다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뇌경색(허혈 손상) 면적 비교 · TTC 염색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3200400"/>
            <a:ext cx="1188720" cy="2194560"/>
          </a:xfrm>
          <a:prstGeom prst="rect">
            <a:avLst/>
          </a:prstGeom>
          <a:solidFill>
            <a:srgbClr val="C9D6E3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4023360"/>
            <a:ext cx="118872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5468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위약군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5468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투여군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907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면적 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유의하게 감소*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5650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p &lt; 0.05 (위약군 대비)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423160"/>
            <a:ext cx="5486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조직을 염색해 손상 부위(경색)의 크기를 측정한 결과, BF-7을 투여한 쥐는 위약군보다 손상 면적이 통계적으로 유의하게 작았습니다.</a:t>
            </a:r>
            <a:endParaRPr lang="en-US" sz="1450" dirty="0"/>
          </a:p>
          <a:p>
            <a:pPr marL="342900" indent="-342900">
              <a:lnSpc>
                <a:spcPts val="2100"/>
              </a:lnSpc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담당하는 해마 부위에서도 손상된 신경세포 수가 크게 줄어든 것으로 확인되었습니다.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동물실험 결과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미로 학습 실험에서도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기억력 회복이 확인되었습니다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3246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037" y="34458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" y="43434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허혈 발생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4800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일시적으로 뇌 혈류를 차단해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허혈 손상을 유도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88696" y="4000500"/>
            <a:ext cx="2154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38144" y="292608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1396" y="3246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101" y="344582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8144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47872" y="43434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오류 증가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75304" y="4800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8방 미로 실험에서 길을 찾는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횟수가 크게 늘어남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86760" y="4000500"/>
            <a:ext cx="2154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36208" y="292608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09460" y="3246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_capsul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165" y="344582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45936" y="43434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투여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73368" y="4800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7일간 매일 BF-7을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경구 투여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84824" y="4000500"/>
            <a:ext cx="2154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034272" y="292608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07524" y="324612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icon_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229" y="3445825"/>
            <a:ext cx="368686" cy="36868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34272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144000" y="43434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기억력 회복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171432" y="4800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투여 3일째부터 오류가 줄고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5일째 정상 수준까지 회복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" y="57607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BF-7을 먹지 않은 허혈 쥐는 실험이 끝날 때까지 오류 횟수가 잘 줄지 않은 반면, BF-7 투여군은 허혈이 없는 정상 쥐와 비슷한 수준까지 회복했습니다.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임상시험 결과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사람에게서도 기억력 점수가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뚜렷하게 향상되었습니다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6751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328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Rey 복합도형검사(RCFT) 점수 변화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926080"/>
          <a:ext cx="6126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242316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위약군은 복용 전후 유의한 변화가 없었습니다 (p &gt; 0.05).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BF-7 200 mg군은 36.8% → 56.5%로 향상되었습니다.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BF-7 400 mg군은 24.7% → 65.2%로 더 크게 향상되어, 용량이 많을수록 효과가 커지는 경향을 보였습니다.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BF-7, 세 가지 효과로 정리됩니다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29809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 손상 감소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허혈로 인한 뇌경색 면적과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 신경세포 손상을 줄임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02836" y="228600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7276" y="2743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mou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9809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5716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 기억력 회복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31436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미로 학습 실험에서 오류가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감소하고 기억력이 회복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65592" y="228600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00032" y="2743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29809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인지기능 향상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94192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RCFT 점수가 용량에 비례해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향상 (최대 65.2%)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의의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BF-7은 뇌를 보호하고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두뇌 기능을 강화하는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천연 소재로 확인되었습니다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동물실험과 임상시험 모두에서 뇌 보호 효과와 기억력 개선 효과가 일관되게 나타났습니다.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섭취량이 많을수록 효과가 커지는 용량 의존적 경향을 보였습니다.</a:t>
            </a:r>
            <a:endParaRPr lang="en-US" sz="1450" dirty="0"/>
          </a:p>
          <a:p>
            <a:pPr marL="342900" indent="-342900">
              <a:lnSpc>
                <a:spcPts val="21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뇌허혈 등으로 인한 인지기능 손상의 예방·치료 소재로 발전할 가능성이 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778240" y="2377440"/>
            <a:ext cx="2194560" cy="2194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_brain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948026"/>
            <a:ext cx="1053389" cy="10533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63040"/>
            <a:ext cx="1463040" cy="14630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" name="Image 0" descr="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0939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918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의견을 환영합니다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18304" y="4892040"/>
            <a:ext cx="27432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50749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이준영 외, 「BF-7의 뇌보호작용 및 학습과 기억력 개선 효과」,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대한해부학회지 제38권 제2호, 181-188, 2005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2026-08-15T07:35:15Z</dcterms:created>
  <dcterms:modified xsi:type="dcterms:W3CDTF">2026-08-15T07:35:15Z</dcterms:modified>
</cp:coreProperties>
</file>