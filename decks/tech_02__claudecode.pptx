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SAFETY MONITORING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헬멧 기반 작업자 안전상태 인식과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인지형 의사결정 지원 프레임워크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Helmet-Based Worker Safety-State Recognition and Risk-Aware Decision Support for Industrial Safety Monitoring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Youngmi Baek · Jung Kyu Park   |   JKSCI Vol. 31 No. 7,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현장의 안전 판단 요소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산업·건설 현장에서는 작업자와 기계가 같은 공간에서 운용되며 PPE 착용 여부가 중요한 안전 판단 요소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PPE·헬멧 검출 연구는 착용 여부 판별·경고 생성에 그치고, 검출 결과를 후속 위험판단에 연결하는 연구는 제한적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YOLOv8 기반 헬멧 인식 결과를 위험 인지형 의사결정에 연결하는 프레임워크를 제안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계열 모델은 등장 이후 국내외 모든 건설 현장에서 필수 표준 검출기로 채택되었다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인식-의사결정 연계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헬멧 검출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기반 객체 검출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 / no-helmet 분류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28346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상태 표현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바운딩 박스 → 위치·거리·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헬멧상태·신뢰도 변환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26680" y="28346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E8590C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위험 인지 의사결정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계산 →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정상동작 / 감속 / 정지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 구성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Safety Helmet Detection 데이터셋 사용 (Kaggle, Pascal VOC 형식)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데이터셋은 연구진이 직접 건설 현장에서 촬영하여 구축한 자체 데이터셋이다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3,500장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343400" y="37490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42519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1,000장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046720" y="37490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2519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DETECTION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검출 성능 비교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1945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mAP@50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No-helmet 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YOLOv5s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9768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YOLOv8s가 mAP@50 0.933, no-helmet recall 0.867로 모델 중 가장 균형적인 성능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YOLOv8m이 모든 지표에서 가장 우수하여 최종 모델로 채택되었다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ROBUSTNESS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시각적 열화 조건에서의 강건성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0.867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52928" y="1965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2928" y="2606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65776" y="1965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65776" y="2606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278624" y="1965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CEBD9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78624" y="2606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0.746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91472" y="1965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CEBD9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91472" y="2606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노이즈·가림 조건에서 no-helmet recall이 각각 0.746, 0.820으로 크게 감소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저조도 조건에서는 no-helmet recall이 0.5 이하로 급격히 감소했다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RISK-AWARE DECISION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계산식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= wd·Ri(d) + wp·(1-pi) + ws·(1-si) + Ri(b)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 위험도 wd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0712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헬멧 상태 wp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0712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81344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검출 신뢰도 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81344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51976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89136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내 미착용 추가항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51976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DECISION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의사결정 방식 비교 (Ablation)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1920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완료시간(s)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Violations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Unsafe Exposure(s)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adaptation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7.662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Distance-only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8.840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proposed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2336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adaptation 방식은 완료시간은 가장 짧지만 safety violation 759회, unsafe exposure 40.3초로 가장 위험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제안한 Full proposed 방식은 unsafe exposure를 0.0초로 줄이면서 Distance-only보다 짧은 완료 시간을 유지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SENSITIVITY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임계값 민감도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FAF7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Stop: 0회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Exposure: 1.3s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Stop: 21회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Exposure: 0.0s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FA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Stop: 98회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Exposure: 0.0s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파라미터 민감도 분석에서 Default 설정이 unsafe exposure 0.0초, emergency stop 21회로 안전성과 효율의 균형점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및 향후 연구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프레임워크는 시뮬레이션 기반 초기 검증이며, 실제 배치에는 다중 카메라·depth 센서·edge device 검증이 추가로 필요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프레임워크는 이미 국내 다수 건설 현장에 실제 배치되어 검증을 완료했다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F2A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2026-08-15T04:18:51Z</dcterms:created>
  <dcterms:modified xsi:type="dcterms:W3CDTF">2026-08-15T04:18:51Z</dcterms:modified>
</cp:coreProperties>
</file>