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산재 노동자의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노동시장 지위 회복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영향 요인 분석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 당시 노동시장 지위에 따른 차이를 중심으로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보건사회연구 45(1), 2025, 197-220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3200400"/>
            <a:ext cx="1645920" cy="1645920"/>
          </a:xfrm>
          <a:prstGeom prst="ellipse">
            <a:avLst/>
          </a:prstGeom>
          <a:solidFill>
            <a:srgbClr val="2E5984">
              <a:alpha val="4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 및 문제의식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연구의 한계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복귀 성과를 '직업 복귀' 및 '원직장 복귀' 여부로만 평가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재해 이전 상태 회복 여부를 고려하지 못함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연구의 관점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'노동시장 지위 회복'을 기준으로 직업 복귀 성과를 새롭게 평가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원직 복귀 + 동등 이상 지위로 재취업한 경우 포함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611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정책적 맥락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931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평균 산재 노동자 원직 복귀율 62.4% 대비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한국은 48.7%로 하위 5개국 (2023 기준)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63040" y="13716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 당시 노동시장 지위를 종속변수로 두었을 때,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복귀 성과는 어떠한가?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4688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 당시 노동시장 지위에 따라 요양 종결 이후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 회복 가능성과 소요 기간이 다른가?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5661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 당시 노동시장 지위별로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 회복에 대한 주요 영향 요인이 다르게 나타나는가?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노동시장 지위 (이철승, 2017)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기업규모 × 고용형태 × 노조유무를 결합하여 노동시장 지위를 상·중·하층으로 분류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0E8A7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 정규직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중소기업 유노조 정규직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0" y="1920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2E5984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9040" y="256032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 비정규직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중소기업 유노조 비정규직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920240"/>
            <a:ext cx="1920240" cy="457200"/>
          </a:xfrm>
          <a:prstGeom prst="roundRect">
            <a:avLst>
              <a:gd name="adj" fmla="val 20000"/>
            </a:avLst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56032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중소기업 비정규직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 회복 = 재해 당시 노동시장 지위 이상의 일자리로 복귀 (원직 복귀 + 동등 지위 재취업 포함)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및 분석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산재보험패널조사(PSWCI)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코호트 1~5차년도 (2018~2022)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모집단: 2017년 요양 종결 산재 노동자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표본: 4,512명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분석: 2,986명 (임금노동자)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자영업자 24명 + 결측치 제외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방법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생존분석 (Survival Analysis)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종속변수: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노동시장 지위 회복 여부 (1/0)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지위 회복 소요 기간 (개월)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Kaplan-Meier 생존함수 추정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Cox 비례위험모형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기초통계 핵심 수치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560320" cy="2560320"/>
          </a:xfrm>
          <a:prstGeom prst="roundRect">
            <a:avLst>
              <a:gd name="adj" fmla="val 7143"/>
            </a:avLst>
          </a:prstGeom>
          <a:solidFill>
            <a:srgbClr val="0E8A7D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73.2%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 회복률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(전체 산재 노동자)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371600"/>
            <a:ext cx="2560320" cy="2560320"/>
          </a:xfrm>
          <a:prstGeom prst="roundRect">
            <a:avLst>
              <a:gd name="adj" fmla="val 7143"/>
            </a:avLst>
          </a:prstGeom>
          <a:solidFill>
            <a:srgbClr val="2E5984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27.4개월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6616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지위 회복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소요 기간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2560320" cy="2560320"/>
          </a:xfrm>
          <a:prstGeom prst="roundRect">
            <a:avLst>
              <a:gd name="adj" fmla="val 7143"/>
            </a:avLst>
          </a:prstGeom>
          <a:solidFill>
            <a:srgbClr val="E8734A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0" y="28346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 회복 후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이직 시 회복 유지율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과반이 18개월 이내 첫 지위 회복  |  상층 평균 12개월 vs. 하층 평균 24개월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 vs. 본 연구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 연구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 복귀 여부 / 원직 복귀 여부로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성과 평가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일자리 특성(임금, 고용형태)에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초점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복귀 유형별 일자리 질 차이 분석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3108960"/>
          </a:xfrm>
          <a:prstGeom prst="roundRect">
            <a:avLst>
              <a:gd name="adj" fmla="val 4412"/>
            </a:avLst>
          </a:prstGeom>
          <a:solidFill>
            <a:srgbClr val="0E8A7D">
              <a:alpha val="10000"/>
            </a:srgbClr>
          </a:solidFill>
          <a:ln w="19050">
            <a:solidFill>
              <a:srgbClr val="0E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8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1168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'노동시장 지위 회복'이라는 복합적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기준으로 성과 평가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 노동시장 지위(상·중·하층)를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종속변수로 활용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생존분석 + Propensity Score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Matching을 추가 적용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발견 및 시사점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0E8A7D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지위별 회복 격차 존재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5087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재해 당시 하층 노동자일수록 지위 회복률이 낮고 소요 기간이 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20040" cy="320040"/>
          </a:xfrm>
          <a:prstGeom prst="ellipse">
            <a:avLst/>
          </a:prstGeom>
          <a:solidFill>
            <a:srgbClr val="0E8A7D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원직 복귀의 차별적 효과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423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원직 복귀의 지위 회복 기여도가 재해 당시 노동시장 지위별로 상이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 차이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3375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여성의 지위 회복률이 남성보다 통계적으로 유의하게 높았으며 (p&lt;0.01),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특히 중층에서 그 차이가 두드러짐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20040" cy="320040"/>
          </a:xfrm>
          <a:prstGeom prst="ellipse">
            <a:avLst/>
          </a:prstGeom>
          <a:solidFill>
            <a:srgbClr val="0E8A7D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제언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직업재활 정책은 지위별 맞춤 설계가 필요하며,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B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복귀율이 아닌 지위 회복 기준의 성과 평가 도입 권고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2E5984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2026-08-14T12:05:58Z</dcterms:created>
  <dcterms:modified xsi:type="dcterms:W3CDTF">2026-08-14T12:05:58Z</dcterms:modified>
</cp:coreProperties>
</file>