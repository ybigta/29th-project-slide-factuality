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 RESEARCH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STRM 기반 정량적 보안요구사항 모델링과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X.805 &amp; X.1601 아키텍처 매핑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on Quantitative Security Requirements Modeling and STRM-based Architecture Mapping in ITU-T X.805 &amp; X.1601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Gyeongsu Kim · Hyunsu Yoo · Hanjin Lee   |   JKSCI Vol. 31 No. 7,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클라우드 환경의 보안설계 과제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금융기관 IT 환경이 온프레미스에서 하이브리드·멀티클라우드로 빠르게 확장 중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보안설계는 전문가 경험과 수작업 중심이라 요구사항 누락·중복·해석편차 발생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금융기관의 70%가 이미 멀티클라우드 환경을 도입했다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STRM 기반으로 보안요구사항 도출과 아키텍처 설계를 통합하는 정량적 모델 제안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0896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SEC(Security Requirement Code) 모델로 요구사항을 정형화하고,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보호대상(Protection Object) × 보안기능(Security Function) 매핑으로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요구사항–아키텍처 간 추적성을 확보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보안 참조모델의 한계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1920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X.805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X.1601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Trust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STRM(제안)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9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요구사항 정형화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정량 평가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요구사항-아키텍처 추적성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Architecture는 클라우드 환경에 최적화되어 X.1601보다 우수하다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STRM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보호대상 × 보안기능 매트릭스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STRM은 Endpoint / Network / Server / Application / DBMS / Cloud 6개 보호대상과 9개 보안기능으로 구성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3FA9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87168" y="29260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E86D8"/>
          </a:solidFill>
          <a:ln/>
        </p:spPr>
      </p:sp>
      <p:sp>
        <p:nvSpPr>
          <p:cNvPr id="8" name="Text 6"/>
          <p:cNvSpPr/>
          <p:nvPr/>
        </p:nvSpPr>
        <p:spPr>
          <a:xfrm>
            <a:off x="2487168" y="29260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29260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1F5FA8"/>
          </a:solidFill>
          <a:ln/>
        </p:spPr>
      </p:sp>
      <p:sp>
        <p:nvSpPr>
          <p:cNvPr id="10" name="Text 8"/>
          <p:cNvSpPr/>
          <p:nvPr/>
        </p:nvSpPr>
        <p:spPr>
          <a:xfrm>
            <a:off x="4334256" y="29260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29260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17457F"/>
          </a:solidFill>
          <a:ln/>
        </p:spPr>
      </p:sp>
      <p:sp>
        <p:nvSpPr>
          <p:cNvPr id="12" name="Text 10"/>
          <p:cNvSpPr/>
          <p:nvPr/>
        </p:nvSpPr>
        <p:spPr>
          <a:xfrm>
            <a:off x="6181344" y="29260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28432" y="29260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028432" y="29260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75520" y="292608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0A1930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0" y="29260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접근통제 · 식별/인증 · 권한관리 · 기밀성 · 개인정보보호 · 무결성 · 가용성 · 로깅/감사 · 보안운영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SEC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보안요구사항 정형화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Code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70248" y="187452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48" y="187452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Name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00416" y="187452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0416" y="187452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Definition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Criterion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0248" y="292608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92608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Target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00416" y="292608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0416" y="292608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Regulations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7764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Evidence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70248" y="397764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397764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Priority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00416" y="3977640"/>
            <a:ext cx="3447288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3977640"/>
            <a:ext cx="3447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Remarks / Change History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코드는 국제표준화기구(ISO)에 정식 등록된 코드체계이다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COVERAGE METRIC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정량적 적용 범위 평가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= 적용된 보안통제 수 / 적용이 필요한 전체 보안통제 수  (최대 54개 = 6 × 9)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프로젝트 범위에 해당하는 통제만 평가 대상으로 선정 (범위정의서·요구사항정의서·검토결과서 기준)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지표는 보안통제의 강도와 성숙도를 평가하는 지표이다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금융기관 하이브리드·멀티클라우드 구축 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금융기관 하이브리드·멀티클라우드 구축 프로젝트로 정량 검증 수행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방식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59.6%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0" y="27432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F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STRM 기반 방식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32918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STRM 적용으로 보안사고 발생률이 40% 감소했다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QUALITATIVE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정성 평가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정보보호 담당자, 보안 아키텍트, 정보보호 전문가 등 총 4명 대상 정성적 평가 수행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영역: 요구사항 추적성 · 설계 일관성 · 규제 대응 용이성 · 요구사항 누락 감소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연구의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연구의 정량적 검증은 단일 사례 기반으로 수행되어 일반화에 한계가 있다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 중요도·위험도·규제 영향도를 반영한 가중치 미적용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연구 방향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AI 기반 자동설계 및 DevSecOps 환경과 연계하여 발전 필요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금융권 외 공공·제조·의료 등 다양한 산업 환경으로 검증 확대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2026-08-15T04:17:55Z</dcterms:created>
  <dcterms:modified xsi:type="dcterms:W3CDTF">2026-08-15T04:17:55Z</dcterms:modified>
</cp:coreProperties>
</file>