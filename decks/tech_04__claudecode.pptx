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COMBUSTION INSTABILITY · DEEP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 모델을 이용한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고주파 연소 불안정 조기 감지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3434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Detection of High-Frequency Combustion Instability Using Deep Learning Model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9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한경현 · 김규태 | 한국연소학회지 31(2),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수소 예혼합 연소와 고주파 불안정 문제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희박 예혼합 연소는 화염 온도를 낮춰 열적 질소산화물 배출을 억제하지만, 연소기가 불안정한 상태에 가까워지는 한계가 있다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무탄소화 기조에 따라 수소 연료가 차세대 에너지원으로 조명받으며, 높은 반응성·확산성에서 기인한 고주파 불안정이 중요한 연구 주제로 부상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연구는 국내 최초로 수소 전소 조건에서 고주파 연소 불안정을 딥러닝으로 실시간 제어하는 데 성공했다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신호분석 기반 조기 감지 선행연구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 등은 시간 첨도(temporal kurtosis) 기법이 RMS 분석보다 이른 시점에 불안정을 감지할 수 있음을 보였다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Cellier 등은 CRNN 모델로 운전 변수 변화량을 학습해 미지 조건에서의 불안정 발생 가능성을 예측했다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Sarkar 등은 DBN 모델이 불안정을 100% 정확도로 사전에 완벽히 예측함을 증명했다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목적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Recurrence Plot(RP)과 ResNet-18 딥러닝 모델을 이용해 연소 불안정의 조기 감지 가능성을 검토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EXPERIMENTAL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모형 가스터빈 연소기 실험 구성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순도 99.999% 수소를 사용한 예혼합 연소기, 인젝터 슬릿 폭 1.5mm, 연소기 길이 1400mm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덤프면에 5개의 동압센서를 90°/30° 간격으로 배치하여 동압 신호 계측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노즐 유속 20, 25, 35 m/s의 세 조건에서 20초간 당량비를 0.325→0.615로 증가시키며 실험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실험은 총 100개 이상의 유속 조건에서 반복 수행되었다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이미지 생성과 ResNet-18 학습 구조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3200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44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440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architecture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ResNet-18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size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 × 224 × 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of classes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rate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size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Epochs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349240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덤프면 세 위치(p'c,1, p'c,2, p'c,4)에서 48kHz로 계측한 224개 데이터(약 4.7ms)로 RP를 생성해 RGB 채널에 할당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ResNet-18은 18개 층으로 구성된 경량 모델로 연산량이 적고 학습 속도가 빠르다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 구간(RMS&lt;0.1%)과 불안정 구간(RMS≥1%)에서 각각 500장씩 RP 이미지를 생성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데이터 검증 시 2 epochs 이내에 100% 분류 성능을 달성했다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RESULTS — INSTABILITY MODES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유속별 불안정 주파수 발생 양상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18288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44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초기 유속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44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발생 주파수 대역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440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m/s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9초 기점 2.6 kHz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m/s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2.6→3.2 kHz 천이 (peak-to-peak 1.5 kPa)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 m/s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1.8→2.6/3.2 kHz 교대 발생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977640"/>
            <a:ext cx="10881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kHz 이하 대역은 길이 방향 모드에, 3 kHz 이상 대역은 횡방향 모드에 결합한 불안정이 지배적으로 관찰되었다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m/s 조건에서는 3.2kHz와 3.6kHz 대역이 동시 발생할 때 peak-to-peak 진폭이 5 kPa 이상으로 급증하는 burst 현상이 관찰되었다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SINGLE-FREQUENCY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주파수 학습 모델의 조기 감지 성능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m/s 조건에서 학습한 모델은 진폭이 본격적으로 상승하기 약 0.04초 전에 불안정 발생을 감지했다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m/s(초임계 분기) 조건에서 1.8kHz·2.6kHz 학습 모델은 모두 불안정을 수 초 이상 앞서 조기 감지하는 데 성공했다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주파수와 분석 주파수 간 차이가 클 경우 모델의 민감도 특성에 따라 판별 신뢰성이 저하될 수 있다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단일 주파수 모델은 학습 주파수와 무관하게 항상 99% 이상의 조기 감지 정확도를 보였다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CONFUSION MATRIX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혼동행렬 기반 정량 평가 (0~4초, n=800)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3200400"/>
        </p:xfrm>
        <a:graphic>
          <a:graphicData uri="http://schemas.openxmlformats.org/drawingml/2006/table">
            <a:tbl>
              <a:tblPr/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44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44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44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44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44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440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Case1 (20 m/s)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 kHz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Case1 (20 m/s)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 kHz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Case2 (25 m/s)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 kHz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Case2 (25 m/s)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 kHz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Case3 (35 m/s)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 kHz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Case3 (35 m/s)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 kHz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349240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m/s 조건은 FP와 TN이 모두 0으로 나타났는데, 이는 0초 이후 압력 섭동이 지속적으로 임계값 이상의 세기를 유지하기 때문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조기 감지가 목적이므로 불안정 이후 구간에서 FP로 분류된 사례도 실제로는 유효한 조기 감지일 수 있어, FP와 TP 비율이 높은 모델이 오히려 우수할 수 있다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COMBINED-FREQUENCY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주파수 학습 모델의 효과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연소기 길이를 1800mm→1400mm로 조정해 540Hz 저주파와 3.2kHz 고주파 불안정이 공존하는 신호를 계측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540Hz+3.2kHz 학습 모델은 저주파 세기 감소 후 0.47초 동안 불안정 상태를 유지 판별했고, 고주파 발생 0.89초 전부터 이를 감지했다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540Hz+2.6kHz 조합으로 변경하면 안정 구간의 2.6kHz 미세 섭동에 모델이 과민 반응하는 한계가 확인되었다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주파수 모델은 어떤 주파수 조합을 사용하더라도 항상 안정적인 판별 성능을 보장한다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LIMITATIONS &amp;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 및 향후 연구 방향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연구는 명확한 안정/불안정 상태만 학습했으며, 천이 구간 데이터로는 하이퍼파라미터 튜닝을 수행하지 않아 데이터 누수를 방지했다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시간적 의존성을 반영하지 못하는 한계가 있어 순환 신경망(RNN) 계열 모델 도입 시 개선이 기대된다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불안정 주파수가 공존하는 시스템에는 주파수 선정뿐 아니라 학습 데이터 구성, 전처리, 모델 구조 개선이 함께 고려되어야 한다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모델은 이미 실제 발전소 가스터빈에 상용 적용되어 24시간 실시간 모니터링에 사용되고 있다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7490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2026-08-19T12:00:31Z</dcterms:created>
  <dcterms:modified xsi:type="dcterms:W3CDTF">2026-08-19T12:00:31Z</dcterms:modified>
</cp:coreProperties>
</file>