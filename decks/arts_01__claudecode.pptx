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8B451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C17F3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유대-아랍 음악과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문화정체성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마그레브의 공생, 전유, 그리고 균열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2286000" cy="27432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임성희  |  한국예술연구 제52호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구성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533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공유된 전통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819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안달루시아 음악 속 유대-무슬림 공생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786384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0665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039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에드몽 야필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29514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전략적 중재자의 두 얼굴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06624"/>
            <a:ext cx="786384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779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752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식민주의와 음반 산업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00837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크레미외 법령과 위계의 전도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786384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930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간전기의 역설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산업적 주도권 vs 민족주의 부메랑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33088"/>
            <a:ext cx="786384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206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균열과 종언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4348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청각적 게토화에서 셰이크 레이몽까지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공유된 전통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안달루시아 음악 속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 년의 공생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56032" cy="256032"/>
          </a:xfrm>
          <a:prstGeom prst="ellipse">
            <a:avLst/>
          </a:prstGeom>
          <a:solidFill>
            <a:srgbClr val="C17F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0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무슬림 + 유대인이 공통 문법으로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0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 년간 공생한 예술 전통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56032" cy="256032"/>
          </a:xfrm>
          <a:prstGeom prst="ellipse">
            <a:avLst/>
          </a:prstGeom>
          <a:solidFill>
            <a:srgbClr val="C17F3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80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0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유대인은 피지배층이면서도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0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문화적 자산의 대체 불가능한 수호자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256032" cy="256032"/>
          </a:xfrm>
          <a:prstGeom prst="ellipse">
            <a:avLst/>
          </a:prstGeom>
          <a:solidFill>
            <a:srgbClr val="C17F3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0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라마단 금기 시간대의 음악적 공백을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0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 직업 영역으로 구축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48640"/>
            <a:ext cx="45720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685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메커니즘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0972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유대인 음악가들은 아랍어와 프랑스어를 자유로이 혼용하며, 지배와 피지배라는 이분법적 위계가 무력화되는 일상적 대면의 세계를 구축했다.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743200"/>
            <a:ext cx="45720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이중적 지위의 전략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3291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무슬림 귀족이 종교적 가치관으로 꺼렸던 상업적 유흥과 근대적 산업 영역을 선점하여, 음악을 통해 정치적 소외를 상쇄하는 실질적 권력을 획득했다.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에드몽 야필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 Yafil, 1874–1928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8B451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920240" y="1417320"/>
            <a:ext cx="32918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490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노래선집 출판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76479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구전 안달루시아 레퍼토리를 악보화하여 집대성. 아랍어판 + 히브리 문자 유대-아랍어판 동시 출판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8B451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920240" y="2560320"/>
            <a:ext cx="32918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엘-무트리비아 설립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90779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알제리 최초 안달루시아 음악 협회. 폐쇄적 사제 전수를 근대적 페다고지로 전환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8B451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920240" y="3703320"/>
            <a:ext cx="32918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3776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음악원 과장 취임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405079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알제 시립 음악원 초대 아랍 음악과 과장. 전통 음악 위상을 서구 고전 수준으로 격상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417320"/>
            <a:ext cx="3200400" cy="3337560"/>
          </a:xfrm>
          <a:prstGeom prst="roundRect">
            <a:avLst>
              <a:gd name="adj" fmla="val 4286"/>
            </a:avLst>
          </a:prstGeom>
          <a:solidFill>
            <a:srgbClr val="2C1810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전략적 중재자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06440" y="1965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야필은 전통의 주류와 소수자 공동체 양측 모두를 타깃으로 삼은 전략적 중재자였다.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2788920"/>
            <a:ext cx="2560320" cy="18288"/>
          </a:xfrm>
          <a:prstGeom prst="rect">
            <a:avLst/>
          </a:prstGeom>
          <a:solidFill>
            <a:srgbClr val="C17F3E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29260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쥘 루아네와 협력하여 누바(nuba)를 서구식 오선보로 채록 → 학술적 자산으로 격상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파테, 그라모폰, 오데옹 등 글로벌 음반사의 예술 감독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‘디스크 야필’ 브랜드로 시장 장악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공생 vs 전유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야필의 유산에 대한 상반된 해석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3749040" cy="502920"/>
          </a:xfrm>
          <a:prstGeom prst="roundRect">
            <a:avLst>
              <a:gd name="adj" fmla="val 27273"/>
            </a:avLst>
          </a:prstGeom>
          <a:solidFill>
            <a:srgbClr val="A7BEA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3749040" cy="1828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Symbiosis · 공생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소실 위기의 아랍 선율을 근대적 기보와 출판 체계로 보존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구전 전통을 체계적 아카이브로 전환하여 후대에 전달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아랍 전통의 깊숙한 내부자로서 문화적 수호자 역할 수행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74904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3749040" cy="502920"/>
          </a:xfrm>
          <a:prstGeom prst="roundRect">
            <a:avLst>
              <a:gd name="adj" fmla="val 27273"/>
            </a:avLst>
          </a:prstGeom>
          <a:solidFill>
            <a:srgbClr val="B07878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691640"/>
            <a:ext cx="3749040" cy="182880"/>
          </a:xfrm>
          <a:prstGeom prst="rect">
            <a:avLst/>
          </a:prstGeom>
          <a:solidFill>
            <a:srgbClr val="B07878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Appropriation · 전유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즉흥성이 핵심인 음악을 서구식 오선보에 가두어 살아있는 호흡을 거세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피아노 편곡 출판 → 전통의 서구적 박제화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익명의 전통곡을 SACEM에 자신 명의로 등록 → 상징적 주도권 탈취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식민주의와 위계의 전도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8B451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크레미외 법령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알제리 유대인에게 프랑스 시민권 부여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3D271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수평적 공생의 파괴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0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무슬림과의 법적 위계가 뒤흔들리며 사회적 단절 발생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3D271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역설적 동력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6243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0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영역에서 토착 문화의 정통성을 근대적 권력으로 변환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2918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3D271E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자산의 획득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36758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0B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아랍적 예술 지식 + 프랑스적 근대 권력을 동시에 보유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A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“법적 위계를 활용하여 공유하던 전통을 근대적 상품으로 재구성함으로써, 예술 기교에서 정체성 경영의 영역으로 격상”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음반 산업의 선점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초국가적 네트워크와 미디어 자본가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C17F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20만 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1929년 그라모폰사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아랍어 음반 판매량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(전년 대비 4배 폭증)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1005840" cy="50292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463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카사블랑카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1005840" cy="50292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463040"/>
            <a:ext cx="1005840" cy="50292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463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튀니스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2377440"/>
            <a:ext cx="1005840" cy="50292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377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286000"/>
            <a:ext cx="1005840" cy="50292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베를린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2468880"/>
            <a:ext cx="1005840" cy="50292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468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7863840" cy="475488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벰바롱(Bembaron)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튀니지 — 악기 판매 → 국제 음반사 독점 판매권 확보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7863840" cy="475488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메사우드 하비브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파테/그라모폰 예술 감독 — 스타 발굴, 사진 마케팅 도입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97680"/>
            <a:ext cx="7863840" cy="475488"/>
          </a:xfrm>
          <a:prstGeom prst="roundRect">
            <a:avLst>
              <a:gd name="adj" fmla="val 28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릴리 라바시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팔로폰 예술 감독 — 알제리 녹음 → 파리 제작 → 마그레브 유통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간전기의 역설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산업적 주도권과 민족주의의 이중주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속 정치적 메시지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유대인 중개인들은 음악뿐 아니라 아랍 정체성과 관련된 정치적 메시지까지 유포했다.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  &lt;나의 조국&gt; — 하비바 메시카, 바이다폰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  &lt;이집트 국가&gt; — 민족주의 열망의 청각적 선전물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  &lt;사하라로 가는 이여&gt; — 릴리 라바시 → 프랑스 당국 검열 대상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428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민족주의의 부메랑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1930년대 후반, 무슬림 민족주의 엘리트들이 유대인의 산업 독점에 적대감을 표출하기 시작했다.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‘음악적 순수성’을 이데올로기적 무기로 동원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9443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유대인 예술가를 ‘전통을 오염시키는 외부자’로 규정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4198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아흐마드 마다니: ‘순수 아랍어(fusha)’ 복원 주장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8953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음악 시장 주도권의 정치·경제적 탈환 시도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청각적 게토화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제도적 배제에서 셰이크 레이몽까지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1930–34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무슬림 전용 오케스트라 창설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5819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 라시디아(1934), 엘 자자이리아(1930) 등 설립. 유대인 중심 협회가 주류에서 밀려남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075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 아랍음악학회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3591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마그레브 대표단에 유대인 음악가 단 한 명도 파견하지 않음. 조직적 배제의 상징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2852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콩스탕틴 폭동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31363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반유대주의 폭동으로 25명의 유대인 사망. 유대인 연주자에 대한 야유와 무대 축출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B078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셰이크 레이몽 암살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39136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콩스탕틴에서 유대-무슬림 음악적 공존의 마지막 상징이 비극적으로 파멸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36626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3D271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662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DE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세기 동안 음악을 매개로 지속된 ‘분리 불가능한 얽힘’이 근대 민족주의의 칼날 아래 해체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8B451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시사점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3D27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61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음악은 단순한 예술이 아닌 권력의 도구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소수자 집단이 문화적 자산을 예술적 권위와 사회적 지위로 치환하는 전략적 공간이었다.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3D271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76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공생과 전유 사이의 줄타기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유대인 음악가들의 실천은 보존과 전유, 내부자와 외부자 사이의 위태로운 경계 위에 있었다.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3D271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90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근대적 기록의 양면성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살아있는 전통을 근대적 정전(Canon)으로 승격시킨 행위는 보존인 동시에 박제화였다.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3D271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7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식민지 위계 구조 속 소수자의 생존 전략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급변하는 위계 구조의 틈새에서 주체성을 확보하기 위한 필연적 선택이었다.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863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임성희  |  한국예술연구 제52호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2026-08-11T15:48:43Z</dcterms:created>
  <dcterms:modified xsi:type="dcterms:W3CDTF">2026-08-11T15:48:43Z</dcterms:modified>
</cp:coreProperties>
</file>