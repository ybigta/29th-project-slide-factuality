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 슬라이드. 논문 제목과 저자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 배경과 연구 질문 소개. 한국의 불평등 수준과 복지태도 연구의 필요성.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데이터, 분석 방법, 주요 변수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분석 결과. 불평등 인식이 복지태도 4개 차원에 미치는 영향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 해석. 친복지적 태도, 선별주의 선호, 이중성 등 논의.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시사점과 한계 정리. 발표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복지태도의 영향요인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현재와 미래 불평등 수준에 대한 인식을 중심으로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변영주, 고길곤 (2024)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한국사회복지학회지 52(3), pp. 215-238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 발표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배경 및 연구 질문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CCCCC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배경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한국의 소득 불평등은 OECD 국가 중 3위로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심각한 수준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불평등 인식이 복지태도에 미치는 영향에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대한 체계적 연구 부족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2022년 기준 지니계수 0.412로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역대 최고치 기록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CCCCCC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질문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9659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불평등 수준에 대한 인식이 복지태도에 어떤 영향을 미치는가?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불평등 수준에 대한 인식이 복지태도에 어떤 영향을 미치는가?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소득 수준에 따라 불평등 인식과 복지태도의 관계가 달라지는가?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방법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3291840"/>
          </a:xfrm>
          <a:prstGeom prst="roundRect">
            <a:avLst>
              <a:gd name="adj" fmla="val 5769"/>
            </a:avLst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한국복지패널조사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(KOWEPS)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2015~2022년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8개년 패널 데이터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45,218명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(7,536 가구)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377440" cy="3291840"/>
          </a:xfrm>
          <a:prstGeom prst="roundRect">
            <a:avLst>
              <a:gd name="adj" fmla="val 5769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방법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192024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고정효과 모형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(Fixed Effects Model)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F-test &amp; Hausman test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고정효과 모형 채택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시간불변 개체 특성 통제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377440" cy="3291840"/>
          </a:xfrm>
          <a:prstGeom prst="roundRect">
            <a:avLst>
              <a:gd name="adj" fmla="val 5769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변수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종속변수 (복지태도)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복지정책 수용도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복지수혜범위 태도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복지책임 인식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재정확대 수용의사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독립변수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불평등 인식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불평등 인식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객관적 불평등 지수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분석 결과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CCCCC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복지정책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불평등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+0.048***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불평등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+0.032**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정(+)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18872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CCCCC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복지수혜범위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불평등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-0.017*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346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불평등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3464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부(-)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CCCCC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복지책임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불평등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+0.154***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불평등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+0.183***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정(+)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118872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CCCCC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재정확대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수용의사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불평등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5800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불평등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5800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비유의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 p&lt;0.001,  ** p&lt;0.01,  * p&lt;0.05  |  개인 고정효과 모형 기준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해석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3716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친복지적 태도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불평등을 높게 인식할수록 복지정책 확대를 지지하고 정부의 복지 책임을 크게 인식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CCCCCC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3716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선별주의 선호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불평등을 높게 인식할수록 보편주의보다 저소득층 대상 선별적 복지를 선호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200400"/>
            <a:ext cx="320040" cy="3200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증세 수용 의지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불평등 인식이 높을수록 복지 재정 확대를 위한 증세에 적극적으로 동의하는 경향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3200400"/>
            <a:ext cx="320040" cy="3200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복지태도의 이중성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 확대를 지지하면서도 비용 부담에는 소극적인 한국 특유의 이중적 태도 확인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시사점 및 한계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시사점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불평등 인식을 복지태도의 핵심 예측요인으로 활용 가능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불평등 완화를 위한 누진세율 강화 정책의 근거 마련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복지태도를 다차원적으로 분석하여 정책 설계에 기여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거시적 요인 미반영 (GDP, 실업률 등)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역인과관계 가능성 존재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패널 탈락(panel attrition)으로 인한 선택 편향 가능성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2026-08-14T11:59:31Z</dcterms:created>
  <dcterms:modified xsi:type="dcterms:W3CDTF">2026-08-14T11:59:31Z</dcterms:modified>
</cp:coreProperties>
</file>