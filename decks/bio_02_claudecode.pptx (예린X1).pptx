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9184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3657600" cy="3657600"/>
          </a:xfrm>
          <a:prstGeom prst="ellipse">
            <a:avLst/>
          </a:prstGeom>
          <a:solidFill>
            <a:srgbClr val="E8A33D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한국컴퓨터종합학술대회 논문 해설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424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흉부 X선 영상에서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폐 결절 그림자 검출 필터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컴퓨터는 X선 사진 속 폐암의 초기 신호를 어떻게 더 잘 찾아낼까?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원저자  김응규 · 이도겸   |   한밭대학교 정보통신·컴퓨터공학부 / 정보통신전문대학원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제기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폐 결절, 왜 X선에서 놓치기 쉬울까?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폐 결절(폐 종류)이란?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40680" y="187452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폐암의 초기 신호일 수 있는 작고 둥근 그림자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292608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① 거짓 음성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40680" y="29260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갈비뼈·혈관과 결절이 겹쳐 보여, 실제 결절을 놓치는 경우가 많다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9776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 ② 거짓 양성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3977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반대로 혈관 등 다른 구조를 결절로 잘못 판단하기도 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0292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필요한 것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40680" y="50292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컴퓨터가 결절 후보 영역을 자동으로 짚어주는 '검출 필터' 기술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서론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설계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연구는 무엇을 비교했나?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X선 영상을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 것인가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X선 vs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차분 X선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5216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필터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수학적 필터로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찾을 것인가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70916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∇²G · Min-DD 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다중해상도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2B3C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0" y="2331720"/>
            <a:ext cx="640080" cy="64008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22960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평가방법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58200" y="36576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“잘 찾았다”를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채점할 것인가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58200" y="4526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검출개수 평가 ·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면적률 평가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세 가지 관점을 서로 조합해 실험을 설계하고, 어떤 조합이 결절 검출에 가장 효과적인지 분석했다.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분석 인자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 1 · 영상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어떤 X선 영상을 쓸 것인가</a:t>
            </a:r>
            <a:endParaRPr lang="en-US" sz="3000" dirty="0"/>
          </a:p>
        </p:txBody>
      </p:sp>
      <p:pic>
        <p:nvPicPr>
          <p:cNvPr id="4" name="Image 0" descr="/home/claude/work/images/p2_img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3069921" cy="3246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A2B3C">
                <a:alpha val="25000"/>
              </a:srgbClr>
            </a:outerShdw>
          </a:effectLst>
        </p:spPr>
      </p:pic>
      <p:pic>
        <p:nvPicPr>
          <p:cNvPr id="5" name="Image 1" descr="/home/claude/work/images/p2_img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841" y="1965960"/>
            <a:ext cx="3390545" cy="3246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1A2B3C">
                <a:alpha val="2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822960" y="5303520"/>
            <a:ext cx="30699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그림2  보통 X선 영상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715841" y="5303520"/>
            <a:ext cx="33905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그림3  에너지 차분 X선 영상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" y="5715000"/>
            <a:ext cx="306992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뼈·혈관·결절이 모두 겹쳐 보여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결절을 구분하기 어렵다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715841" y="5715000"/>
            <a:ext cx="339054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에너지로 촬영 후 계산으로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뼈 그림자만 제거 → 결절이 더 선명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563586" y="2240280"/>
            <a:ext cx="2957854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고압·저압, 두 번 촬영한 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계산으로 뼈 성분만 골라내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영상에서 빼주는 방식이다.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영상의 관점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 1 · 결과 미리보기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적용해보면? 갈비뼈 잡음이 사라진다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53312" y="1856232"/>
            <a:ext cx="3410991" cy="3419856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5" name="Image 0" descr="/home/claude/work/images/p4_img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965960"/>
            <a:ext cx="3191535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5330952"/>
            <a:ext cx="319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보통 X선 + 필터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5715000"/>
            <a:ext cx="319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갈비뼈 그림자가 남아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결절과 혼동될 수 있다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07887" y="1856232"/>
            <a:ext cx="3410991" cy="3419856"/>
          </a:xfrm>
          <a:prstGeom prst="roundRect">
            <a:avLst>
              <a:gd name="adj" fmla="val 21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9" name="Image 1" descr="/home/claude/work/images/p4_img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615" y="1965960"/>
            <a:ext cx="3191535" cy="320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17615" y="5330952"/>
            <a:ext cx="319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에너지 차분 X선 + 필터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17615" y="5715000"/>
            <a:ext cx="319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갈비뼈 잡음이 제거되어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결절만 뚜렷하게 표시된다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영상의 관점 — ∇²G 필터 처리결과 (그림6)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 2 · 필터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결절을 찾아내는 3가지 필터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∇²G 필터 (라플라시안-가우시안)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4231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둥근 덩어리에 민감하게 반응하는 기본 필터. 다만 혈관 같은 선 모양에도 반응해 오검출(가양성)이 잦다.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0876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Min-DD 필터 (최소방향 차분)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7033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방향으로 살펴보고 '가장 약한 반응'만 남겨, 혈관·갈비뼈 같은 선 구조를 걸러내고 둥근 결절만 남긴다.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526280"/>
            <a:ext cx="502920" cy="50292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45262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다중해상도 필터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9834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 크기가 제각각이므로 여러 크기의 필터를 동시에 적용해, 크기에 가장 잘 맞는 반응을 자동으로 골라낸다.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검출 필터의 관점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 2 · 결과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3가지 필터, 실제 결과는 어떻게 다를까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37482" y="1874520"/>
            <a:ext cx="2656031" cy="2697480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5" name="Image 0" descr="/home/claude/work/images/p5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8922" y="1965960"/>
            <a:ext cx="2473151" cy="2514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8922" y="4617720"/>
            <a:ext cx="2473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∇²G 필터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28922" y="4956048"/>
            <a:ext cx="247315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결절과 함께 혈관도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하얗게 표시 — 오검출 많음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67832" y="1874520"/>
            <a:ext cx="2656031" cy="2697480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9" name="Image 1" descr="/home/claude/work/images/p5_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272" y="1965960"/>
            <a:ext cx="2473151" cy="2514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59272" y="4617720"/>
            <a:ext cx="2473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Min-DD 필터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59272" y="4956048"/>
            <a:ext cx="247315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갈비뼈를 따라 나타나는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잡음이 뚜렷이 줄어든다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698183" y="1874520"/>
            <a:ext cx="2656031" cy="2697480"/>
          </a:xfrm>
          <a:prstGeom prst="roundRect">
            <a:avLst>
              <a:gd name="adj" fmla="val 2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13" name="Image 2" descr="/home/claude/work/images/p5_img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9623" y="1965960"/>
            <a:ext cx="2473151" cy="2514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9623" y="4617720"/>
            <a:ext cx="2473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다중해상도 필터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789623" y="4956048"/>
            <a:ext cx="247315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 크기에 가장 가깝게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 — 가장 정교함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검출필터의 관점 (그림7, 보통 X선 영상 기준)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관점 3 · 평가방법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“잘 찾았다”를 어떻게 채점할까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488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검출개수 평가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258775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결절을 몇 개 맞혔는지(TP, 정검출) 대비, 헛짚은 횟수(FP, 오검출)를 세어 성능을 비교한다.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0690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면적률 평가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50799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결절의 실제 영역과 필터가 표시한 영역이 얼마나 겹치는지, 면적 기준의 비율(A.R.)로 정밀하게 비교한다.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94960" cy="3960421"/>
          </a:xfrm>
          <a:prstGeom prst="roundRect">
            <a:avLst>
              <a:gd name="adj" fmla="val 18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11" name="Image 0" descr="/home/claude/work/images/p5_img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5960"/>
            <a:ext cx="5120640" cy="36861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0" y="5834941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그래프가 왼쪽 위 'A점'에 가까울수록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성능이 우수하다는 뜻이다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평가방법의 관점 (그림8)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방법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실험은 어떻게 이루어졌을까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0F4B7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13명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환자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흉부 X선 데이터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2044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0F4B77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27432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28개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03320" y="38404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 결절 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0F4B7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7432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8~36mm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38404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결절 크기 범위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(5~22화소)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98280" y="2286000"/>
            <a:ext cx="2514600" cy="2926080"/>
          </a:xfrm>
          <a:prstGeom prst="roundRect">
            <a:avLst>
              <a:gd name="adj" fmla="val 3636"/>
            </a:avLst>
          </a:prstGeom>
          <a:solidFill>
            <a:srgbClr val="0F4B77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27432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× 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81160" y="38404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3종 × 영상 2종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 비교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X선·에너지 차분 영상 각각에 세 필터를 적용해, 검출개수 평가와 면적률 평가로 결과를 비교했다.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실험 방법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결과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에너지 차분 + 다중해상도 필터가 최적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62888" y="1874520"/>
            <a:ext cx="2772426" cy="2788920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5" name="Image 0" descr="/home/claude/work/images/p6_im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328" y="1965960"/>
            <a:ext cx="2589546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54328" y="4709160"/>
            <a:ext cx="25895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∇²G 필터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09635" y="1874520"/>
            <a:ext cx="2772426" cy="2788920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8" name="Image 1" descr="/home/claude/work/images/p6_im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75" y="1965960"/>
            <a:ext cx="2589546" cy="2606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01075" y="4709160"/>
            <a:ext cx="25895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Min-DD 필터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56381" y="1874520"/>
            <a:ext cx="2772426" cy="2788920"/>
          </a:xfrm>
          <a:prstGeom prst="roundRect">
            <a:avLst>
              <a:gd name="adj" fmla="val 2639"/>
            </a:avLst>
          </a:prstGeom>
          <a:solidFill>
            <a:srgbClr val="FFFFFF"/>
          </a:solidFill>
          <a:ln w="3175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C">
                <a:alpha val="20000"/>
              </a:srgbClr>
            </a:outerShdw>
          </a:effectLst>
        </p:spPr>
      </p:sp>
      <p:pic>
        <p:nvPicPr>
          <p:cNvPr id="11" name="Image 2" descr="/home/claude/work/images/p6_img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821" y="1965960"/>
            <a:ext cx="2589546" cy="2606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47821" y="4709160"/>
            <a:ext cx="258954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다중해상도 필터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5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에너지 차분 X선 영상에 다중해상도 필터를 적용하면, 결절 크기에 가장 근접하게 정교히 검출된다.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4.2~4.3 종합 결과 (그림9)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알게 되었나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920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필터를 쓰든, 보통 X선보다 에너지 차분 영상을 쓰는 쪽이 항상 더 유리했다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필터 중에서는 면적 정확도 기준으로 다중해상도 필터가 가장 우수했다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8404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결론적으로 '에너지 차분 영상 + 다중해상도 필터' 조합이 폐 결절 검출에 가장 효과적이다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0B3D6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결과는 향후 컴퓨터 진단 보조(CAD) 시스템 설계의 기준을 마련하는 데 활용될 수 있다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결론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한계와 앞으로의 과제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다중해상도 필터도 다룰 수 있는 크기 범위가 한정적이어서, 매우 작은 결절은 여전히 놓칠 수 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과제 :  에너지 차분 영상에 특화된 새로운 종류음영 검출 필터 설계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김응규 · 이도겸  |  2007 한국컴퓨터종합학술대회 논문집 Vol.34, No.1(C), pp.440-445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2026-08-15T07:01:18Z</dcterms:created>
  <dcterms:modified xsi:type="dcterms:W3CDTF">2026-08-15T07:01:18Z</dcterms:modified>
</cp:coreProperties>
</file>